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0A5FA"/>
                </a:solidFill>
              </a:defRPr>
            </a:pPr>
            <a:r>
              <a:t>🚆 PASHUPATASTRA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AI-Assisted Railway Maintenance Scheduling &amp; Disruption Recovery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Phase 1 Domain Review &amp; Synthetic Railway Data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9966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WORKSTREAM PRESENTATION FOR TEAM MILESTONE 1 -&gt; PHASE 1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Presenter / Domain Lead: Darshini (feature/domain-data)</a:t>
            </a:r>
            <a:br/>
            <a:r>
              <a:t>• Integration &amp; Backend Lead: Aryan (feature/backend-api)</a:t>
            </a:r>
            <a:br/>
            <a:r>
              <a:t>• Smart India Hackathon 2026 | Milestone 1 Verified -&gt; Domain Freeze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The Railway Problem &amp; Domain Mission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Why realistic domain modeling matters for Indian Railways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THE PROBLEM WE ARE SOLVING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Tracks are shared by high-speed express trains and freight.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Maintenance requires track 'possessions' (total traffic block).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Available windows are extremely tight (Night &amp; Midday off-peak).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Emergencies happen daily (rail fractures, OHE faults, delays).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Manual section controllers struggle to balance safety, priority, and minimal train disruption.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DARSHINI'S MISSION (DOMAIN + DATA)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Define the mathematical &amp; operational truth of Indian Railways.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Conduct thorough Domain Review (DOMAIN_REVIEW.md).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Protect shared contracts so teammates don't break each other.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Build deterministic synthetic data generator (generator.py).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Provide rich, reproducible corridor fixtures (Scenarios A, B, C) for the entire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End-to-End System Pipeline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How Darshini's data feeds each teammate across the 6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49808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STAGE 1: DOMAIN &amp; DATA — [Darshini]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Assets, Corridors, Synthetic Scenarios A/B/C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12848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STAGE 2: ML RISK SCORER — [Ayush]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Priority &amp; Risk Scoring based on Asset Defect/Criticality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54096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STAGE 3: CP-SAT OPTIMIZER — [Tyagi]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Optimal Schedule, Committed Block Protection, Infeasibility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95344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68496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STAGE 4: FASTAPI BACKEND — [Aryan]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REST Endpoints: POST /optimize, /health, /disrupt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36592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9744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STAGE 5: OPERATIONS UI — [Archit]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Corridor Timeline Dashboard (Time x Tracks)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5099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STAGE 6: DISRUPTION SIM — [Tirth]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Inject Disruption -&gt; Trigger Recovery Re-solve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Domain Review: 5 Core Decisions for Domain Freeze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Agreed railway architecture preventing downstream integration breakages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1. Track Modeling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Keep string track_id ('UP-1', 'DOWN-1') for zero solver breaking changes. Attach rich corridor metadata in data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2. Work Types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Standardized 6 Indian Railways categories: Track Renewal, Tamping, OHE, Signalling, Inspection, Emergency Repair.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3. Machinery Constraints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Model heavy track machines via mutual_exclusion_group (e.g. BCM_01, CSM_01). Prevents solver RCPSP bloat &amp; timeouts.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6227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4. Train Timetable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Train traffic represented as 24-hour discrete Possession Windows (Night, Midday, Evening). Blocks must fit inside windows.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5. Disruption Scenarios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Defined 4 deterministic disruptions (Track Unavailable, Emergency Injection, Possession Curtailment, Machine Breakdown).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Maintenance Categories &amp; Operational Windows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Operational characteristics for Tyagi (Optimizer) &amp; Ayush (Scorer)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6 MAINTENANCE CATEGORIES (WorkType)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1. TRACK_RENEWAL (180-240m): Heavy BCM machine, CTR/TSR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2. BALLAST_TAMPING (90-150m): Tie-tamper CSM, packing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3. OHE_MAINTENANCE (75-120m): Tower wagon, power block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4. SIGNALLING_INTERLOCK (60-120m): Point machines &amp; circuits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5. ROUTINE_INSPECTION (45-90m): USFD flaw detection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6. EMERGENCY_REPAIR (90-150m): Fracture repair (Priority 0.99)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24-HOUR POSSESSION SLOTS (1440 MIN)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NIGHT TRAFFIC BLOCK (00:30 - 05:00 | 0030-0300 min)</a:t>
            </a:r>
            <a:br/>
            <a:r>
              <a:t>  Primary heavy renewals, tamping, and track machines.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MIDDAY MAINTENANCE SLOT (11:30 - 14:30 | 0690-0870 min)</a:t>
            </a:r>
            <a:br/>
            <a:r>
              <a:t>  Inspections, OHE isolations, point adjustments.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EVENING OFF-PEAK SLOT (21:00 - 23:30 | 1260-1410 min)</a:t>
            </a:r>
            <a:br/>
            <a:r>
              <a:t>  Signalling, track circuits, minor urgent repairs.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HEADWAY SAFETY BUFFER: 15 minutes between consecutive blocks on the same track.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Synthetic Scenario Datasets (Generator Output)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Deterministic, seed-driven corridor benchmarks exported as JSON fixtures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SCENARIO A: BASELINE MAINLINE (corridor_a_blocks.json)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seed=42 | 2 Tracks (UP-1, DOWN-1) | 12 Block Candidates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100% clean feasible schedule.</a:t>
            </a:r>
            <a:br/>
            <a:r>
              <a:t>• Precedence chain: BLK-003 (Renewal) -&gt; BLK-004 (Tamping).</a:t>
            </a:r>
            <a:br/>
            <a:r>
              <a:t>• 2 shared machine groups (BCM_MACHINE_01, CSM_TAMPER_01).</a:t>
            </a:r>
            <a:br/>
            <a:r>
              <a:t>• Perfect starting fixture for Tyagi's CP-SAT solver and Archit's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36392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SCENARIO B: HIGH-DENSITY QUADRUPLE (corridor_b_dense.json)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seed=101 | 4 Tracks (UP-1, UP-2, DOWN-1, DOWN-2) | 24 Block Candidates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Simulates 4-track trunk corridor (New Delhi - Kanpur).</a:t>
            </a:r>
            <a:br/>
            <a:r>
              <a:t>• 4 competing machine groups under tight possession windows.</a:t>
            </a:r>
            <a:br/>
            <a:r>
              <a:t>• Tests CP-SAT solver trade-offs, capacity saturation, and priority ranking.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28032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SCENARIO C: DISRUPTION &amp; RE-OPTIMIZATION (corridor_c_disrupted.json)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seed=999 | 2 Tracks (UP-1, DOWN-1) | 14 Block Candidates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Pre-configured with 2 COMMITTED blocks on DOWN-1 (01:00-03:15).</a:t>
            </a:r>
            <a:br/>
            <a:r>
              <a:t>• Ready for Tirth's simulation to inject TRACK_UNAVAILABLE on UP-1 (02:00-05:00).</a:t>
            </a:r>
            <a:br/>
            <a:r>
              <a:t>• Proves solver re-optimizes remaining blocks while protecting committed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Deliverables, Test Results &amp; Teammate Handover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All Phase 1 goals verified and ready for team freeze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10/10 AUTOMATED TESTS PASSED (0.049s)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test_seed_reproducibility [PASSED]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test_track_assignment_validity [PASSED]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test_time_window_consistency [PASSED]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test_dependency_integrity [PASSED]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test_work_types_are_valid_enums [PASSED]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test_score_boundaries [0.0, 1.0] [PASSED]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test_scenario_b_dense_properties [PASSED]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test_scenario_c_committed_blocks [PASSED]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test_json_fixtures_validity [PASSED]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✓ test_different_seeds_produce_variation [PASSED]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EXACT HANDOVER FOR TEAMMATES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Aryan (Backend): DOMAIN_REVIEW.md is complete. Contracts in contracts/schemas.py are frozen &amp; locked.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Tyagi (Optimizer): Run your solver on corridor_a_blocks.json. Machine exclusions &amp; dependencies ready.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Ayush (ML Scorer): Asset models in models.py have criticality, condition, and defect attributes ready.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Tirth (Simulation): Scenario C has committed blocks ready for your TRACK_UNAVAILABLE test.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Archit (Frontend): Load corridor_a_blocks.json immediately to build the timeline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